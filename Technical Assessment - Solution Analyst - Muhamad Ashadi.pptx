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9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pp-develop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30" y="1082675"/>
            <a:ext cx="2209800" cy="2241550"/>
          </a:xfrm>
          <a:prstGeom prst="rect">
            <a:avLst/>
          </a:prstGeom>
        </p:spPr>
      </p:pic>
      <p:pic>
        <p:nvPicPr>
          <p:cNvPr id="18" name="Picture 17" descr="cloud-ap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075" y="1071245"/>
            <a:ext cx="2232025" cy="2263775"/>
          </a:xfrm>
          <a:prstGeom prst="rect">
            <a:avLst/>
          </a:prstGeom>
        </p:spPr>
      </p:pic>
      <p:pic>
        <p:nvPicPr>
          <p:cNvPr id="19" name="Picture 18" descr="database-manag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648" y="370840"/>
            <a:ext cx="1657350" cy="1680845"/>
          </a:xfrm>
          <a:prstGeom prst="rect">
            <a:avLst/>
          </a:prstGeom>
        </p:spPr>
      </p:pic>
      <p:pic>
        <p:nvPicPr>
          <p:cNvPr id="21" name="Picture 20" descr="access-contr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745" y="4611370"/>
            <a:ext cx="1430655" cy="1450975"/>
          </a:xfrm>
          <a:prstGeom prst="rect">
            <a:avLst/>
          </a:prstGeom>
        </p:spPr>
      </p:pic>
      <p:pic>
        <p:nvPicPr>
          <p:cNvPr id="22" name="Picture 21" descr="mortg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650" y="4987290"/>
            <a:ext cx="1430655" cy="1450975"/>
          </a:xfrm>
          <a:prstGeom prst="rect">
            <a:avLst/>
          </a:prstGeom>
        </p:spPr>
      </p:pic>
      <p:pic>
        <p:nvPicPr>
          <p:cNvPr id="27" name="Picture 26" descr="emai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90" y="4611370"/>
            <a:ext cx="1430655" cy="1450975"/>
          </a:xfrm>
          <a:prstGeom prst="rect">
            <a:avLst/>
          </a:prstGeom>
        </p:spPr>
      </p:pic>
      <p:sp>
        <p:nvSpPr>
          <p:cNvPr id="29" name="Right Arrow 28"/>
          <p:cNvSpPr/>
          <p:nvPr/>
        </p:nvSpPr>
        <p:spPr>
          <a:xfrm>
            <a:off x="3594735" y="1893570"/>
            <a:ext cx="1397635" cy="6191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20400000">
            <a:off x="7641590" y="1402080"/>
            <a:ext cx="1397635" cy="6191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 rot="19200000">
            <a:off x="3740785" y="3608705"/>
            <a:ext cx="1397635" cy="6191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 rot="16200000">
            <a:off x="5414010" y="3794760"/>
            <a:ext cx="1417320" cy="61087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13200000">
            <a:off x="7106920" y="3608705"/>
            <a:ext cx="1397635" cy="6191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1845310" y="6246495"/>
            <a:ext cx="2272030" cy="25590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Authentication Service</a:t>
            </a:r>
            <a:endParaRPr lang="id-ID" altLang="en-US" sz="1400"/>
          </a:p>
        </p:txBody>
      </p:sp>
      <p:sp>
        <p:nvSpPr>
          <p:cNvPr id="39" name="Text Box 38"/>
          <p:cNvSpPr txBox="1"/>
          <p:nvPr/>
        </p:nvSpPr>
        <p:spPr>
          <a:xfrm>
            <a:off x="4982210" y="6508115"/>
            <a:ext cx="2272030" cy="25590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Loan Service</a:t>
            </a:r>
            <a:endParaRPr lang="id-ID" altLang="en-US" sz="1400"/>
          </a:p>
        </p:txBody>
      </p:sp>
      <p:sp>
        <p:nvSpPr>
          <p:cNvPr id="40" name="Text Box 39"/>
          <p:cNvSpPr txBox="1"/>
          <p:nvPr/>
        </p:nvSpPr>
        <p:spPr>
          <a:xfrm>
            <a:off x="7945755" y="6246495"/>
            <a:ext cx="2272030" cy="25590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Notification Service</a:t>
            </a:r>
            <a:endParaRPr lang="id-ID" altLang="en-US" sz="1400"/>
          </a:p>
        </p:txBody>
      </p:sp>
      <p:sp>
        <p:nvSpPr>
          <p:cNvPr id="41" name="Text Box 40"/>
          <p:cNvSpPr txBox="1"/>
          <p:nvPr/>
        </p:nvSpPr>
        <p:spPr>
          <a:xfrm>
            <a:off x="1270000" y="815340"/>
            <a:ext cx="2272030" cy="25590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Mobile Apps</a:t>
            </a:r>
            <a:endParaRPr lang="id-ID" altLang="en-US" sz="1400"/>
          </a:p>
        </p:txBody>
      </p:sp>
      <p:sp>
        <p:nvSpPr>
          <p:cNvPr id="42" name="Text Box 41"/>
          <p:cNvSpPr txBox="1"/>
          <p:nvPr/>
        </p:nvSpPr>
        <p:spPr>
          <a:xfrm>
            <a:off x="4946650" y="815340"/>
            <a:ext cx="2272030" cy="25590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API Server</a:t>
            </a:r>
            <a:endParaRPr lang="id-ID" altLang="en-US" sz="1400"/>
          </a:p>
        </p:txBody>
      </p:sp>
      <p:sp>
        <p:nvSpPr>
          <p:cNvPr id="46" name="Text Box 45"/>
          <p:cNvSpPr txBox="1"/>
          <p:nvPr/>
        </p:nvSpPr>
        <p:spPr>
          <a:xfrm>
            <a:off x="9351328" y="69215"/>
            <a:ext cx="1697990" cy="19621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Database</a:t>
            </a:r>
            <a:endParaRPr lang="id-ID" altLang="en-US" sz="1400"/>
          </a:p>
        </p:txBody>
      </p:sp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HIGH LEVEL DESIGN ARCHITECTURE</a:t>
            </a:r>
            <a:endParaRPr lang="id-ID" altLang="en-US" b="1"/>
          </a:p>
        </p:txBody>
      </p:sp>
      <p:pic>
        <p:nvPicPr>
          <p:cNvPr id="49" name="Picture 48" descr="document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843" y="2553970"/>
            <a:ext cx="1584960" cy="1584960"/>
          </a:xfrm>
          <a:prstGeom prst="rect">
            <a:avLst/>
          </a:prstGeom>
        </p:spPr>
      </p:pic>
      <p:sp>
        <p:nvSpPr>
          <p:cNvPr id="51" name="Text Box 50"/>
          <p:cNvSpPr txBox="1"/>
          <p:nvPr/>
        </p:nvSpPr>
        <p:spPr>
          <a:xfrm>
            <a:off x="9351328" y="4261485"/>
            <a:ext cx="1697990" cy="196215"/>
          </a:xfrm>
          <a:prstGeom prst="rect">
            <a:avLst/>
          </a:prstGeom>
          <a:noFill/>
          <a:ln w="12700" cmpd="sng">
            <a:solidFill>
              <a:srgbClr val="00B0F0"/>
            </a:solidFill>
            <a:prstDash val="solid"/>
          </a:ln>
        </p:spPr>
        <p:txBody>
          <a:bodyPr wrap="square" rtlCol="0" anchor="ctr" anchorCtr="0">
            <a:noAutofit/>
          </a:bodyPr>
          <a:p>
            <a:pPr algn="ctr"/>
            <a:r>
              <a:rPr lang="id-ID" altLang="en-US" sz="1400"/>
              <a:t>Document Storage</a:t>
            </a:r>
            <a:endParaRPr lang="id-ID" altLang="en-US" sz="1400"/>
          </a:p>
        </p:txBody>
      </p:sp>
      <p:sp>
        <p:nvSpPr>
          <p:cNvPr id="52" name="Right Arrow 51"/>
          <p:cNvSpPr/>
          <p:nvPr/>
        </p:nvSpPr>
        <p:spPr>
          <a:xfrm rot="1200000">
            <a:off x="7641590" y="2606040"/>
            <a:ext cx="1397635" cy="61912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endParaRPr lang="en-US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3825" y="676910"/>
            <a:ext cx="9697720" cy="6007100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HIGH LEVEL DESIGN ARCHITECTURE</a:t>
            </a:r>
            <a:endParaRPr lang="id-ID" altLang="en-US" b="1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HIGH LEVEL SCREEN FLOW</a:t>
            </a:r>
            <a:endParaRPr lang="id-ID" altLang="en-US" b="1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1415" y="766445"/>
            <a:ext cx="9869805" cy="5908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REGISTRATION SCREEN FLOW</a:t>
            </a:r>
            <a:endParaRPr lang="id-ID" altLang="en-US" b="1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6000" y="659000"/>
            <a:ext cx="9300000" cy="554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LOGIN &amp; DASHBOARD SCREEN FLOW</a:t>
            </a:r>
            <a:endParaRPr lang="id-ID" altLang="en-US" b="1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1000" y="869000"/>
            <a:ext cx="10510000" cy="512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LOAN PROCESS SCREEN FLOW</a:t>
            </a:r>
            <a:endParaRPr lang="id-ID" altLang="en-US" b="1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1000" y="129000"/>
            <a:ext cx="9270000" cy="660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1000" y="739000"/>
            <a:ext cx="9470000" cy="5380000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ENTITY RELATIONSHIP DIAGRAM</a:t>
            </a:r>
            <a:endParaRPr lang="id-ID" altLang="en-US" b="1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1983105"/>
            <a:ext cx="12097385" cy="2421890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3707765" y="138430"/>
            <a:ext cx="520192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id-ID" altLang="en-US" b="1"/>
              <a:t>SCREEN BEHAVIOR</a:t>
            </a:r>
            <a:endParaRPr lang="id-ID" altLang="en-US" b="1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Presentation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User</dc:creator>
  <cp:lastModifiedBy>Muhamad Ashadi</cp:lastModifiedBy>
  <cp:revision>3</cp:revision>
  <dcterms:created xsi:type="dcterms:W3CDTF">2026-06-17T20:30:12Z</dcterms:created>
  <dcterms:modified xsi:type="dcterms:W3CDTF">2026-06-17T20:32:30Z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2A38FCD888CC4E2595928D47C3C01467_13</vt:lpwstr>
  </property>
</Properties>
</file>